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06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CB1055-465D-4225-95A6-89A8991B45F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E1C81EA-1F63-45D7-BA17-927409F0BF76}">
      <dgm:prSet/>
      <dgm:spPr/>
      <dgm:t>
        <a:bodyPr/>
        <a:lstStyle/>
        <a:p>
          <a:r>
            <a:rPr lang="en-US"/>
            <a:t>Student, Instructor, ClassSession, Attendance</a:t>
          </a:r>
        </a:p>
      </dgm:t>
    </dgm:pt>
    <dgm:pt modelId="{ACE16FDD-7FEE-4CD0-8622-A2B778C0E2DF}" type="parTrans" cxnId="{C5CA79DA-1A0D-42C2-B15C-CB0DF4A81D29}">
      <dgm:prSet/>
      <dgm:spPr/>
      <dgm:t>
        <a:bodyPr/>
        <a:lstStyle/>
        <a:p>
          <a:endParaRPr lang="en-US"/>
        </a:p>
      </dgm:t>
    </dgm:pt>
    <dgm:pt modelId="{A1636C19-825B-4A66-941F-C65C73C00EF8}" type="sibTrans" cxnId="{C5CA79DA-1A0D-42C2-B15C-CB0DF4A81D29}">
      <dgm:prSet/>
      <dgm:spPr/>
      <dgm:t>
        <a:bodyPr/>
        <a:lstStyle/>
        <a:p>
          <a:endParaRPr lang="en-US"/>
        </a:p>
      </dgm:t>
    </dgm:pt>
    <dgm:pt modelId="{45854949-F214-4F20-A85B-C4242D27CC36}">
      <dgm:prSet/>
      <dgm:spPr/>
      <dgm:t>
        <a:bodyPr/>
        <a:lstStyle/>
        <a:p>
          <a:r>
            <a:rPr lang="en-US"/>
            <a:t>BankTransaction, Allocations, Distributions</a:t>
          </a:r>
        </a:p>
      </dgm:t>
    </dgm:pt>
    <dgm:pt modelId="{A3E2735B-780E-4529-8037-80A9CBBF800B}" type="parTrans" cxnId="{A9230D7A-0CB1-419F-B022-62DC185D3777}">
      <dgm:prSet/>
      <dgm:spPr/>
      <dgm:t>
        <a:bodyPr/>
        <a:lstStyle/>
        <a:p>
          <a:endParaRPr lang="en-US"/>
        </a:p>
      </dgm:t>
    </dgm:pt>
    <dgm:pt modelId="{2EC9529B-F804-4C02-8546-4141D17732DD}" type="sibTrans" cxnId="{A9230D7A-0CB1-419F-B022-62DC185D3777}">
      <dgm:prSet/>
      <dgm:spPr/>
      <dgm:t>
        <a:bodyPr/>
        <a:lstStyle/>
        <a:p>
          <a:endParaRPr lang="en-US"/>
        </a:p>
      </dgm:t>
    </dgm:pt>
    <dgm:pt modelId="{F52CA926-F626-4CEF-BC11-3A80277BCB27}" type="pres">
      <dgm:prSet presAssocID="{E0CB1055-465D-4225-95A6-89A8991B45F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B22B9FD-37DE-4C43-A38C-A04B31CB755B}" type="pres">
      <dgm:prSet presAssocID="{BE1C81EA-1F63-45D7-BA17-927409F0BF76}" presName="hierRoot1" presStyleCnt="0"/>
      <dgm:spPr/>
    </dgm:pt>
    <dgm:pt modelId="{F576E38A-042E-48B0-A69B-FFA63105BBC3}" type="pres">
      <dgm:prSet presAssocID="{BE1C81EA-1F63-45D7-BA17-927409F0BF76}" presName="composite" presStyleCnt="0"/>
      <dgm:spPr/>
    </dgm:pt>
    <dgm:pt modelId="{F543824F-3C1F-45D8-93CD-BAF7F44E3A16}" type="pres">
      <dgm:prSet presAssocID="{BE1C81EA-1F63-45D7-BA17-927409F0BF76}" presName="background" presStyleLbl="node0" presStyleIdx="0" presStyleCnt="2"/>
      <dgm:spPr/>
    </dgm:pt>
    <dgm:pt modelId="{085896F8-BD09-44AE-92E2-324DE71B6F11}" type="pres">
      <dgm:prSet presAssocID="{BE1C81EA-1F63-45D7-BA17-927409F0BF76}" presName="text" presStyleLbl="fgAcc0" presStyleIdx="0" presStyleCnt="2">
        <dgm:presLayoutVars>
          <dgm:chPref val="3"/>
        </dgm:presLayoutVars>
      </dgm:prSet>
      <dgm:spPr/>
    </dgm:pt>
    <dgm:pt modelId="{02246CB3-1892-4096-AFAD-559CC0EAFD83}" type="pres">
      <dgm:prSet presAssocID="{BE1C81EA-1F63-45D7-BA17-927409F0BF76}" presName="hierChild2" presStyleCnt="0"/>
      <dgm:spPr/>
    </dgm:pt>
    <dgm:pt modelId="{057BEC90-A6D9-4630-962C-7F7B00308BF1}" type="pres">
      <dgm:prSet presAssocID="{45854949-F214-4F20-A85B-C4242D27CC36}" presName="hierRoot1" presStyleCnt="0"/>
      <dgm:spPr/>
    </dgm:pt>
    <dgm:pt modelId="{7753A59F-6A39-4708-BEBF-BE9DCB9B5A9E}" type="pres">
      <dgm:prSet presAssocID="{45854949-F214-4F20-A85B-C4242D27CC36}" presName="composite" presStyleCnt="0"/>
      <dgm:spPr/>
    </dgm:pt>
    <dgm:pt modelId="{D390CE70-69F9-4E03-A458-EEFE552DB423}" type="pres">
      <dgm:prSet presAssocID="{45854949-F214-4F20-A85B-C4242D27CC36}" presName="background" presStyleLbl="node0" presStyleIdx="1" presStyleCnt="2"/>
      <dgm:spPr/>
    </dgm:pt>
    <dgm:pt modelId="{A8564505-925B-469B-A752-418D20EEED72}" type="pres">
      <dgm:prSet presAssocID="{45854949-F214-4F20-A85B-C4242D27CC36}" presName="text" presStyleLbl="fgAcc0" presStyleIdx="1" presStyleCnt="2">
        <dgm:presLayoutVars>
          <dgm:chPref val="3"/>
        </dgm:presLayoutVars>
      </dgm:prSet>
      <dgm:spPr/>
    </dgm:pt>
    <dgm:pt modelId="{8F94F4D8-58E0-4BA6-949C-8E4E640EC5D9}" type="pres">
      <dgm:prSet presAssocID="{45854949-F214-4F20-A85B-C4242D27CC36}" presName="hierChild2" presStyleCnt="0"/>
      <dgm:spPr/>
    </dgm:pt>
  </dgm:ptLst>
  <dgm:cxnLst>
    <dgm:cxn modelId="{A9230D7A-0CB1-419F-B022-62DC185D3777}" srcId="{E0CB1055-465D-4225-95A6-89A8991B45F8}" destId="{45854949-F214-4F20-A85B-C4242D27CC36}" srcOrd="1" destOrd="0" parTransId="{A3E2735B-780E-4529-8037-80A9CBBF800B}" sibTransId="{2EC9529B-F804-4C02-8546-4141D17732DD}"/>
    <dgm:cxn modelId="{6999DDA8-26B2-49B6-A85E-14E939BF76BF}" type="presOf" srcId="{E0CB1055-465D-4225-95A6-89A8991B45F8}" destId="{F52CA926-F626-4CEF-BC11-3A80277BCB27}" srcOrd="0" destOrd="0" presId="urn:microsoft.com/office/officeart/2005/8/layout/hierarchy1"/>
    <dgm:cxn modelId="{736F84C8-7D73-4A21-8470-41666132EC33}" type="presOf" srcId="{45854949-F214-4F20-A85B-C4242D27CC36}" destId="{A8564505-925B-469B-A752-418D20EEED72}" srcOrd="0" destOrd="0" presId="urn:microsoft.com/office/officeart/2005/8/layout/hierarchy1"/>
    <dgm:cxn modelId="{AC8A0AC9-EB8B-49BB-AED4-6CA160A19482}" type="presOf" srcId="{BE1C81EA-1F63-45D7-BA17-927409F0BF76}" destId="{085896F8-BD09-44AE-92E2-324DE71B6F11}" srcOrd="0" destOrd="0" presId="urn:microsoft.com/office/officeart/2005/8/layout/hierarchy1"/>
    <dgm:cxn modelId="{C5CA79DA-1A0D-42C2-B15C-CB0DF4A81D29}" srcId="{E0CB1055-465D-4225-95A6-89A8991B45F8}" destId="{BE1C81EA-1F63-45D7-BA17-927409F0BF76}" srcOrd="0" destOrd="0" parTransId="{ACE16FDD-7FEE-4CD0-8622-A2B778C0E2DF}" sibTransId="{A1636C19-825B-4A66-941F-C65C73C00EF8}"/>
    <dgm:cxn modelId="{52710CAB-0FA6-4C41-87E2-D5C84717D08F}" type="presParOf" srcId="{F52CA926-F626-4CEF-BC11-3A80277BCB27}" destId="{0B22B9FD-37DE-4C43-A38C-A04B31CB755B}" srcOrd="0" destOrd="0" presId="urn:microsoft.com/office/officeart/2005/8/layout/hierarchy1"/>
    <dgm:cxn modelId="{31EE0FBC-4F3D-4267-9B35-6EB37F9E98F2}" type="presParOf" srcId="{0B22B9FD-37DE-4C43-A38C-A04B31CB755B}" destId="{F576E38A-042E-48B0-A69B-FFA63105BBC3}" srcOrd="0" destOrd="0" presId="urn:microsoft.com/office/officeart/2005/8/layout/hierarchy1"/>
    <dgm:cxn modelId="{E7ACE174-D8F7-470F-8C7A-D1B9AEC71A56}" type="presParOf" srcId="{F576E38A-042E-48B0-A69B-FFA63105BBC3}" destId="{F543824F-3C1F-45D8-93CD-BAF7F44E3A16}" srcOrd="0" destOrd="0" presId="urn:microsoft.com/office/officeart/2005/8/layout/hierarchy1"/>
    <dgm:cxn modelId="{48EF5A66-B3F1-40C5-8AD9-B1D8EE998162}" type="presParOf" srcId="{F576E38A-042E-48B0-A69B-FFA63105BBC3}" destId="{085896F8-BD09-44AE-92E2-324DE71B6F11}" srcOrd="1" destOrd="0" presId="urn:microsoft.com/office/officeart/2005/8/layout/hierarchy1"/>
    <dgm:cxn modelId="{8FD0B147-3268-4615-A182-353BE0C9E2F7}" type="presParOf" srcId="{0B22B9FD-37DE-4C43-A38C-A04B31CB755B}" destId="{02246CB3-1892-4096-AFAD-559CC0EAFD83}" srcOrd="1" destOrd="0" presId="urn:microsoft.com/office/officeart/2005/8/layout/hierarchy1"/>
    <dgm:cxn modelId="{A22DE9F0-FDC9-4732-A9D7-9FCD99F53510}" type="presParOf" srcId="{F52CA926-F626-4CEF-BC11-3A80277BCB27}" destId="{057BEC90-A6D9-4630-962C-7F7B00308BF1}" srcOrd="1" destOrd="0" presId="urn:microsoft.com/office/officeart/2005/8/layout/hierarchy1"/>
    <dgm:cxn modelId="{84ECA757-56BF-432C-8BF6-449E8B5DC8E8}" type="presParOf" srcId="{057BEC90-A6D9-4630-962C-7F7B00308BF1}" destId="{7753A59F-6A39-4708-BEBF-BE9DCB9B5A9E}" srcOrd="0" destOrd="0" presId="urn:microsoft.com/office/officeart/2005/8/layout/hierarchy1"/>
    <dgm:cxn modelId="{4920C9DD-6D74-488E-92E4-E766312D3E75}" type="presParOf" srcId="{7753A59F-6A39-4708-BEBF-BE9DCB9B5A9E}" destId="{D390CE70-69F9-4E03-A458-EEFE552DB423}" srcOrd="0" destOrd="0" presId="urn:microsoft.com/office/officeart/2005/8/layout/hierarchy1"/>
    <dgm:cxn modelId="{A2F6249E-27AB-4624-9636-D95E56C40E08}" type="presParOf" srcId="{7753A59F-6A39-4708-BEBF-BE9DCB9B5A9E}" destId="{A8564505-925B-469B-A752-418D20EEED72}" srcOrd="1" destOrd="0" presId="urn:microsoft.com/office/officeart/2005/8/layout/hierarchy1"/>
    <dgm:cxn modelId="{848B12EC-DC55-4A54-A350-02BF8BF9C066}" type="presParOf" srcId="{057BEC90-A6D9-4630-962C-7F7B00308BF1}" destId="{8F94F4D8-58E0-4BA6-949C-8E4E640EC5D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358388-A5F8-4154-8862-966E39A3F89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74F5957-A6DD-4A17-9A54-1C7BA6DC8956}">
      <dgm:prSet/>
      <dgm:spPr/>
      <dgm:t>
        <a:bodyPr/>
        <a:lstStyle/>
        <a:p>
          <a:r>
            <a:rPr lang="en-US"/>
            <a:t>1. Excel импорт</a:t>
          </a:r>
        </a:p>
      </dgm:t>
    </dgm:pt>
    <dgm:pt modelId="{BDE9DFC9-C417-4884-9186-DE88DC070F99}" type="parTrans" cxnId="{80F88450-4323-4B1A-B8A2-AC45E5B501E7}">
      <dgm:prSet/>
      <dgm:spPr/>
      <dgm:t>
        <a:bodyPr/>
        <a:lstStyle/>
        <a:p>
          <a:endParaRPr lang="en-US"/>
        </a:p>
      </dgm:t>
    </dgm:pt>
    <dgm:pt modelId="{B1F57E9D-EE3B-4848-9D8F-0F493469B1F0}" type="sibTrans" cxnId="{80F88450-4323-4B1A-B8A2-AC45E5B501E7}">
      <dgm:prSet/>
      <dgm:spPr/>
      <dgm:t>
        <a:bodyPr/>
        <a:lstStyle/>
        <a:p>
          <a:endParaRPr lang="en-US"/>
        </a:p>
      </dgm:t>
    </dgm:pt>
    <dgm:pt modelId="{EBBC0A3B-9454-4693-A8DC-5EA41716B1BD}">
      <dgm:prSet/>
      <dgm:spPr/>
      <dgm:t>
        <a:bodyPr/>
        <a:lstStyle/>
        <a:p>
          <a:r>
            <a:rPr lang="en-US"/>
            <a:t>2. Гүйлгээ бүртгэх</a:t>
          </a:r>
        </a:p>
      </dgm:t>
    </dgm:pt>
    <dgm:pt modelId="{FAFBF05B-EFA4-4212-BD1B-D46F4E217B50}" type="parTrans" cxnId="{DED2BF10-72A1-4E51-AAD4-C7599EF8E3B9}">
      <dgm:prSet/>
      <dgm:spPr/>
      <dgm:t>
        <a:bodyPr/>
        <a:lstStyle/>
        <a:p>
          <a:endParaRPr lang="en-US"/>
        </a:p>
      </dgm:t>
    </dgm:pt>
    <dgm:pt modelId="{9CD5852A-985F-43A4-8578-022EEB225AE1}" type="sibTrans" cxnId="{DED2BF10-72A1-4E51-AAD4-C7599EF8E3B9}">
      <dgm:prSet/>
      <dgm:spPr/>
      <dgm:t>
        <a:bodyPr/>
        <a:lstStyle/>
        <a:p>
          <a:endParaRPr lang="en-US"/>
        </a:p>
      </dgm:t>
    </dgm:pt>
    <dgm:pt modelId="{E9128C8F-254E-4EAE-B66A-E401F61B3917}">
      <dgm:prSet/>
      <dgm:spPr/>
      <dgm:t>
        <a:bodyPr/>
        <a:lstStyle/>
        <a:p>
          <a:r>
            <a:rPr lang="en-US"/>
            <a:t>3. Хуваарилалт</a:t>
          </a:r>
        </a:p>
      </dgm:t>
    </dgm:pt>
    <dgm:pt modelId="{490F3072-940D-47D2-8449-597D38CAAF8D}" type="parTrans" cxnId="{B6BA6260-D11B-4B51-83B1-3E56FF88DC65}">
      <dgm:prSet/>
      <dgm:spPr/>
      <dgm:t>
        <a:bodyPr/>
        <a:lstStyle/>
        <a:p>
          <a:endParaRPr lang="en-US"/>
        </a:p>
      </dgm:t>
    </dgm:pt>
    <dgm:pt modelId="{BB2B0482-B06E-4D72-9E30-308237D81995}" type="sibTrans" cxnId="{B6BA6260-D11B-4B51-83B1-3E56FF88DC65}">
      <dgm:prSet/>
      <dgm:spPr/>
      <dgm:t>
        <a:bodyPr/>
        <a:lstStyle/>
        <a:p>
          <a:endParaRPr lang="en-US"/>
        </a:p>
      </dgm:t>
    </dgm:pt>
    <dgm:pt modelId="{C4034932-1662-45FB-8BCF-63C9C0F37D63}">
      <dgm:prSet/>
      <dgm:spPr/>
      <dgm:t>
        <a:bodyPr/>
        <a:lstStyle/>
        <a:p>
          <a:r>
            <a:rPr lang="en-US"/>
            <a:t>4. Тооцоолол (50/50, 60/40)</a:t>
          </a:r>
        </a:p>
      </dgm:t>
    </dgm:pt>
    <dgm:pt modelId="{2475927B-3B9B-49E6-878D-020F39144BB1}" type="parTrans" cxnId="{E53BDB12-6E9C-438C-B589-72E97DC1CD0A}">
      <dgm:prSet/>
      <dgm:spPr/>
      <dgm:t>
        <a:bodyPr/>
        <a:lstStyle/>
        <a:p>
          <a:endParaRPr lang="en-US"/>
        </a:p>
      </dgm:t>
    </dgm:pt>
    <dgm:pt modelId="{D6918EB5-3676-4B72-8F6C-17E7FD17EE5D}" type="sibTrans" cxnId="{E53BDB12-6E9C-438C-B589-72E97DC1CD0A}">
      <dgm:prSet/>
      <dgm:spPr/>
      <dgm:t>
        <a:bodyPr/>
        <a:lstStyle/>
        <a:p>
          <a:endParaRPr lang="en-US"/>
        </a:p>
      </dgm:t>
    </dgm:pt>
    <dgm:pt modelId="{CD15DC79-EA2E-4289-9DE1-BFF43D486B75}" type="pres">
      <dgm:prSet presAssocID="{E3358388-A5F8-4154-8862-966E39A3F896}" presName="root" presStyleCnt="0">
        <dgm:presLayoutVars>
          <dgm:dir/>
          <dgm:resizeHandles val="exact"/>
        </dgm:presLayoutVars>
      </dgm:prSet>
      <dgm:spPr/>
    </dgm:pt>
    <dgm:pt modelId="{C37BCAB2-E4AB-46A3-9E99-A9FF957738C7}" type="pres">
      <dgm:prSet presAssocID="{E3358388-A5F8-4154-8862-966E39A3F896}" presName="container" presStyleCnt="0">
        <dgm:presLayoutVars>
          <dgm:dir/>
          <dgm:resizeHandles val="exact"/>
        </dgm:presLayoutVars>
      </dgm:prSet>
      <dgm:spPr/>
    </dgm:pt>
    <dgm:pt modelId="{6B65CC38-BD6F-44E5-987F-754789733FDE}" type="pres">
      <dgm:prSet presAssocID="{C74F5957-A6DD-4A17-9A54-1C7BA6DC8956}" presName="compNode" presStyleCnt="0"/>
      <dgm:spPr/>
    </dgm:pt>
    <dgm:pt modelId="{8F012C36-B872-4AD1-86B2-D8807E0E6446}" type="pres">
      <dgm:prSet presAssocID="{C74F5957-A6DD-4A17-9A54-1C7BA6DC8956}" presName="iconBgRect" presStyleLbl="bgShp" presStyleIdx="0" presStyleCnt="4"/>
      <dgm:spPr/>
    </dgm:pt>
    <dgm:pt modelId="{BDCA8F59-0ACE-446B-AD1C-B04C06D69230}" type="pres">
      <dgm:prSet presAssocID="{C74F5957-A6DD-4A17-9A54-1C7BA6DC895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2661B14-460C-4C26-9DED-9CA49A41F9A3}" type="pres">
      <dgm:prSet presAssocID="{C74F5957-A6DD-4A17-9A54-1C7BA6DC8956}" presName="spaceRect" presStyleCnt="0"/>
      <dgm:spPr/>
    </dgm:pt>
    <dgm:pt modelId="{9AFA7D13-1E0F-4900-A1CF-6A4444FDE849}" type="pres">
      <dgm:prSet presAssocID="{C74F5957-A6DD-4A17-9A54-1C7BA6DC8956}" presName="textRect" presStyleLbl="revTx" presStyleIdx="0" presStyleCnt="4">
        <dgm:presLayoutVars>
          <dgm:chMax val="1"/>
          <dgm:chPref val="1"/>
        </dgm:presLayoutVars>
      </dgm:prSet>
      <dgm:spPr/>
    </dgm:pt>
    <dgm:pt modelId="{A3952161-67F7-48D8-816C-AC8D54FAE110}" type="pres">
      <dgm:prSet presAssocID="{B1F57E9D-EE3B-4848-9D8F-0F493469B1F0}" presName="sibTrans" presStyleLbl="sibTrans2D1" presStyleIdx="0" presStyleCnt="0"/>
      <dgm:spPr/>
    </dgm:pt>
    <dgm:pt modelId="{59F3DB95-BF87-4522-B783-4B60BF735668}" type="pres">
      <dgm:prSet presAssocID="{EBBC0A3B-9454-4693-A8DC-5EA41716B1BD}" presName="compNode" presStyleCnt="0"/>
      <dgm:spPr/>
    </dgm:pt>
    <dgm:pt modelId="{699718F7-27D4-4BE7-8EF5-569E277FA86F}" type="pres">
      <dgm:prSet presAssocID="{EBBC0A3B-9454-4693-A8DC-5EA41716B1BD}" presName="iconBgRect" presStyleLbl="bgShp" presStyleIdx="1" presStyleCnt="4"/>
      <dgm:spPr/>
    </dgm:pt>
    <dgm:pt modelId="{B12F26B4-1E42-4F5D-9438-13A04A5654DD}" type="pres">
      <dgm:prSet presAssocID="{EBBC0A3B-9454-4693-A8DC-5EA41716B1B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969F91F-F23A-411D-8BA7-85EF06E51818}" type="pres">
      <dgm:prSet presAssocID="{EBBC0A3B-9454-4693-A8DC-5EA41716B1BD}" presName="spaceRect" presStyleCnt="0"/>
      <dgm:spPr/>
    </dgm:pt>
    <dgm:pt modelId="{86A14D66-35FE-4112-84BD-B04626B559EF}" type="pres">
      <dgm:prSet presAssocID="{EBBC0A3B-9454-4693-A8DC-5EA41716B1BD}" presName="textRect" presStyleLbl="revTx" presStyleIdx="1" presStyleCnt="4">
        <dgm:presLayoutVars>
          <dgm:chMax val="1"/>
          <dgm:chPref val="1"/>
        </dgm:presLayoutVars>
      </dgm:prSet>
      <dgm:spPr/>
    </dgm:pt>
    <dgm:pt modelId="{2501FE59-9C58-4D2B-9D85-F0C73E366E3A}" type="pres">
      <dgm:prSet presAssocID="{9CD5852A-985F-43A4-8578-022EEB225AE1}" presName="sibTrans" presStyleLbl="sibTrans2D1" presStyleIdx="0" presStyleCnt="0"/>
      <dgm:spPr/>
    </dgm:pt>
    <dgm:pt modelId="{AA8FA350-6398-4755-951D-57EE02298FE6}" type="pres">
      <dgm:prSet presAssocID="{E9128C8F-254E-4EAE-B66A-E401F61B3917}" presName="compNode" presStyleCnt="0"/>
      <dgm:spPr/>
    </dgm:pt>
    <dgm:pt modelId="{92812067-BAF9-4C58-A301-1A8B565D2776}" type="pres">
      <dgm:prSet presAssocID="{E9128C8F-254E-4EAE-B66A-E401F61B3917}" presName="iconBgRect" presStyleLbl="bgShp" presStyleIdx="2" presStyleCnt="4"/>
      <dgm:spPr/>
    </dgm:pt>
    <dgm:pt modelId="{293B5B3A-B318-4D86-A395-28398A5B96E0}" type="pres">
      <dgm:prSet presAssocID="{E9128C8F-254E-4EAE-B66A-E401F61B391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255F6280-81A4-4A1C-9C05-146BC540DEAB}" type="pres">
      <dgm:prSet presAssocID="{E9128C8F-254E-4EAE-B66A-E401F61B3917}" presName="spaceRect" presStyleCnt="0"/>
      <dgm:spPr/>
    </dgm:pt>
    <dgm:pt modelId="{315C4C55-66D8-41C5-9AE2-653D7D59CC14}" type="pres">
      <dgm:prSet presAssocID="{E9128C8F-254E-4EAE-B66A-E401F61B3917}" presName="textRect" presStyleLbl="revTx" presStyleIdx="2" presStyleCnt="4">
        <dgm:presLayoutVars>
          <dgm:chMax val="1"/>
          <dgm:chPref val="1"/>
        </dgm:presLayoutVars>
      </dgm:prSet>
      <dgm:spPr/>
    </dgm:pt>
    <dgm:pt modelId="{CAD36096-4B02-4DCF-BC9D-092F2B8D3481}" type="pres">
      <dgm:prSet presAssocID="{BB2B0482-B06E-4D72-9E30-308237D81995}" presName="sibTrans" presStyleLbl="sibTrans2D1" presStyleIdx="0" presStyleCnt="0"/>
      <dgm:spPr/>
    </dgm:pt>
    <dgm:pt modelId="{81C1D5F2-52D9-4025-98DD-3281E07A86C8}" type="pres">
      <dgm:prSet presAssocID="{C4034932-1662-45FB-8BCF-63C9C0F37D63}" presName="compNode" presStyleCnt="0"/>
      <dgm:spPr/>
    </dgm:pt>
    <dgm:pt modelId="{EC8FA41F-F36D-479B-A3EB-5CD15E78301C}" type="pres">
      <dgm:prSet presAssocID="{C4034932-1662-45FB-8BCF-63C9C0F37D63}" presName="iconBgRect" presStyleLbl="bgShp" presStyleIdx="3" presStyleCnt="4"/>
      <dgm:spPr/>
    </dgm:pt>
    <dgm:pt modelId="{8E056965-B3A5-4D2A-BADF-411DA397BEA6}" type="pres">
      <dgm:prSet presAssocID="{C4034932-1662-45FB-8BCF-63C9C0F37D6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s"/>
        </a:ext>
      </dgm:extLst>
    </dgm:pt>
    <dgm:pt modelId="{56AF3CB2-1EC7-480E-92D3-5581AF6486D7}" type="pres">
      <dgm:prSet presAssocID="{C4034932-1662-45FB-8BCF-63C9C0F37D63}" presName="spaceRect" presStyleCnt="0"/>
      <dgm:spPr/>
    </dgm:pt>
    <dgm:pt modelId="{874D7842-A143-483D-8929-54F3F65FADCC}" type="pres">
      <dgm:prSet presAssocID="{C4034932-1662-45FB-8BCF-63C9C0F37D6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ED2BF10-72A1-4E51-AAD4-C7599EF8E3B9}" srcId="{E3358388-A5F8-4154-8862-966E39A3F896}" destId="{EBBC0A3B-9454-4693-A8DC-5EA41716B1BD}" srcOrd="1" destOrd="0" parTransId="{FAFBF05B-EFA4-4212-BD1B-D46F4E217B50}" sibTransId="{9CD5852A-985F-43A4-8578-022EEB225AE1}"/>
    <dgm:cxn modelId="{E53BDB12-6E9C-438C-B589-72E97DC1CD0A}" srcId="{E3358388-A5F8-4154-8862-966E39A3F896}" destId="{C4034932-1662-45FB-8BCF-63C9C0F37D63}" srcOrd="3" destOrd="0" parTransId="{2475927B-3B9B-49E6-878D-020F39144BB1}" sibTransId="{D6918EB5-3676-4B72-8F6C-17E7FD17EE5D}"/>
    <dgm:cxn modelId="{2F77EE31-3D4C-44F6-B947-CC8EE623E4C5}" type="presOf" srcId="{9CD5852A-985F-43A4-8578-022EEB225AE1}" destId="{2501FE59-9C58-4D2B-9D85-F0C73E366E3A}" srcOrd="0" destOrd="0" presId="urn:microsoft.com/office/officeart/2018/2/layout/IconCircleList"/>
    <dgm:cxn modelId="{0C512637-FBF7-4135-BE7C-1632B1FA2889}" type="presOf" srcId="{BB2B0482-B06E-4D72-9E30-308237D81995}" destId="{CAD36096-4B02-4DCF-BC9D-092F2B8D3481}" srcOrd="0" destOrd="0" presId="urn:microsoft.com/office/officeart/2018/2/layout/IconCircleList"/>
    <dgm:cxn modelId="{B6BA6260-D11B-4B51-83B1-3E56FF88DC65}" srcId="{E3358388-A5F8-4154-8862-966E39A3F896}" destId="{E9128C8F-254E-4EAE-B66A-E401F61B3917}" srcOrd="2" destOrd="0" parTransId="{490F3072-940D-47D2-8449-597D38CAAF8D}" sibTransId="{BB2B0482-B06E-4D72-9E30-308237D81995}"/>
    <dgm:cxn modelId="{CF4CF760-0BB8-4CB9-897C-69EA273A1407}" type="presOf" srcId="{C74F5957-A6DD-4A17-9A54-1C7BA6DC8956}" destId="{9AFA7D13-1E0F-4900-A1CF-6A4444FDE849}" srcOrd="0" destOrd="0" presId="urn:microsoft.com/office/officeart/2018/2/layout/IconCircleList"/>
    <dgm:cxn modelId="{80F88450-4323-4B1A-B8A2-AC45E5B501E7}" srcId="{E3358388-A5F8-4154-8862-966E39A3F896}" destId="{C74F5957-A6DD-4A17-9A54-1C7BA6DC8956}" srcOrd="0" destOrd="0" parTransId="{BDE9DFC9-C417-4884-9186-DE88DC070F99}" sibTransId="{B1F57E9D-EE3B-4848-9D8F-0F493469B1F0}"/>
    <dgm:cxn modelId="{D2C37FB4-A62D-4055-9ECC-52BA88486093}" type="presOf" srcId="{B1F57E9D-EE3B-4848-9D8F-0F493469B1F0}" destId="{A3952161-67F7-48D8-816C-AC8D54FAE110}" srcOrd="0" destOrd="0" presId="urn:microsoft.com/office/officeart/2018/2/layout/IconCircleList"/>
    <dgm:cxn modelId="{898897C1-68B0-47D5-8FBA-047B67496698}" type="presOf" srcId="{C4034932-1662-45FB-8BCF-63C9C0F37D63}" destId="{874D7842-A143-483D-8929-54F3F65FADCC}" srcOrd="0" destOrd="0" presId="urn:microsoft.com/office/officeart/2018/2/layout/IconCircleList"/>
    <dgm:cxn modelId="{F5E715D1-B387-4B72-900D-874C2A05FD39}" type="presOf" srcId="{E3358388-A5F8-4154-8862-966E39A3F896}" destId="{CD15DC79-EA2E-4289-9DE1-BFF43D486B75}" srcOrd="0" destOrd="0" presId="urn:microsoft.com/office/officeart/2018/2/layout/IconCircleList"/>
    <dgm:cxn modelId="{F19C57E0-F6A3-4C94-821C-B3830E0E52F4}" type="presOf" srcId="{E9128C8F-254E-4EAE-B66A-E401F61B3917}" destId="{315C4C55-66D8-41C5-9AE2-653D7D59CC14}" srcOrd="0" destOrd="0" presId="urn:microsoft.com/office/officeart/2018/2/layout/IconCircleList"/>
    <dgm:cxn modelId="{0D1332FA-130D-4472-8B09-E3A3C89C1F00}" type="presOf" srcId="{EBBC0A3B-9454-4693-A8DC-5EA41716B1BD}" destId="{86A14D66-35FE-4112-84BD-B04626B559EF}" srcOrd="0" destOrd="0" presId="urn:microsoft.com/office/officeart/2018/2/layout/IconCircleList"/>
    <dgm:cxn modelId="{93060434-51CC-471E-ACEB-9CF44C51A21B}" type="presParOf" srcId="{CD15DC79-EA2E-4289-9DE1-BFF43D486B75}" destId="{C37BCAB2-E4AB-46A3-9E99-A9FF957738C7}" srcOrd="0" destOrd="0" presId="urn:microsoft.com/office/officeart/2018/2/layout/IconCircleList"/>
    <dgm:cxn modelId="{2EAC6371-5E4C-436F-B13D-F0DB9D064AA0}" type="presParOf" srcId="{C37BCAB2-E4AB-46A3-9E99-A9FF957738C7}" destId="{6B65CC38-BD6F-44E5-987F-754789733FDE}" srcOrd="0" destOrd="0" presId="urn:microsoft.com/office/officeart/2018/2/layout/IconCircleList"/>
    <dgm:cxn modelId="{67676D3C-B3D3-4CE4-9222-F1E140E79C76}" type="presParOf" srcId="{6B65CC38-BD6F-44E5-987F-754789733FDE}" destId="{8F012C36-B872-4AD1-86B2-D8807E0E6446}" srcOrd="0" destOrd="0" presId="urn:microsoft.com/office/officeart/2018/2/layout/IconCircleList"/>
    <dgm:cxn modelId="{F1DBDA96-4554-471F-91A2-FC8AF4A5DCF3}" type="presParOf" srcId="{6B65CC38-BD6F-44E5-987F-754789733FDE}" destId="{BDCA8F59-0ACE-446B-AD1C-B04C06D69230}" srcOrd="1" destOrd="0" presId="urn:microsoft.com/office/officeart/2018/2/layout/IconCircleList"/>
    <dgm:cxn modelId="{14F317EA-3EBA-4A98-9EE9-6555963D5F4F}" type="presParOf" srcId="{6B65CC38-BD6F-44E5-987F-754789733FDE}" destId="{22661B14-460C-4C26-9DED-9CA49A41F9A3}" srcOrd="2" destOrd="0" presId="urn:microsoft.com/office/officeart/2018/2/layout/IconCircleList"/>
    <dgm:cxn modelId="{4171798E-FB71-4EFC-ADBA-6EB64E2EDA9E}" type="presParOf" srcId="{6B65CC38-BD6F-44E5-987F-754789733FDE}" destId="{9AFA7D13-1E0F-4900-A1CF-6A4444FDE849}" srcOrd="3" destOrd="0" presId="urn:microsoft.com/office/officeart/2018/2/layout/IconCircleList"/>
    <dgm:cxn modelId="{75ABC4B8-714D-470E-89EE-D7958BD187C0}" type="presParOf" srcId="{C37BCAB2-E4AB-46A3-9E99-A9FF957738C7}" destId="{A3952161-67F7-48D8-816C-AC8D54FAE110}" srcOrd="1" destOrd="0" presId="urn:microsoft.com/office/officeart/2018/2/layout/IconCircleList"/>
    <dgm:cxn modelId="{68A89E3F-FF35-440E-A278-3B9D6332E1FA}" type="presParOf" srcId="{C37BCAB2-E4AB-46A3-9E99-A9FF957738C7}" destId="{59F3DB95-BF87-4522-B783-4B60BF735668}" srcOrd="2" destOrd="0" presId="urn:microsoft.com/office/officeart/2018/2/layout/IconCircleList"/>
    <dgm:cxn modelId="{0B50B382-3C4A-497D-902D-534B556127C7}" type="presParOf" srcId="{59F3DB95-BF87-4522-B783-4B60BF735668}" destId="{699718F7-27D4-4BE7-8EF5-569E277FA86F}" srcOrd="0" destOrd="0" presId="urn:microsoft.com/office/officeart/2018/2/layout/IconCircleList"/>
    <dgm:cxn modelId="{B2CB2265-5985-476F-8B0C-57C96B3C7420}" type="presParOf" srcId="{59F3DB95-BF87-4522-B783-4B60BF735668}" destId="{B12F26B4-1E42-4F5D-9438-13A04A5654DD}" srcOrd="1" destOrd="0" presId="urn:microsoft.com/office/officeart/2018/2/layout/IconCircleList"/>
    <dgm:cxn modelId="{A6F5B572-C81F-4BAC-9181-35884120549E}" type="presParOf" srcId="{59F3DB95-BF87-4522-B783-4B60BF735668}" destId="{4969F91F-F23A-411D-8BA7-85EF06E51818}" srcOrd="2" destOrd="0" presId="urn:microsoft.com/office/officeart/2018/2/layout/IconCircleList"/>
    <dgm:cxn modelId="{E1D5B32D-15FB-4208-94AE-A84B144F9DC3}" type="presParOf" srcId="{59F3DB95-BF87-4522-B783-4B60BF735668}" destId="{86A14D66-35FE-4112-84BD-B04626B559EF}" srcOrd="3" destOrd="0" presId="urn:microsoft.com/office/officeart/2018/2/layout/IconCircleList"/>
    <dgm:cxn modelId="{7ED3A2DE-2E13-4820-A167-FFE547AD697B}" type="presParOf" srcId="{C37BCAB2-E4AB-46A3-9E99-A9FF957738C7}" destId="{2501FE59-9C58-4D2B-9D85-F0C73E366E3A}" srcOrd="3" destOrd="0" presId="urn:microsoft.com/office/officeart/2018/2/layout/IconCircleList"/>
    <dgm:cxn modelId="{7A7FE70A-1D9F-4377-8F30-F5475F166C1E}" type="presParOf" srcId="{C37BCAB2-E4AB-46A3-9E99-A9FF957738C7}" destId="{AA8FA350-6398-4755-951D-57EE02298FE6}" srcOrd="4" destOrd="0" presId="urn:microsoft.com/office/officeart/2018/2/layout/IconCircleList"/>
    <dgm:cxn modelId="{CFE91FA8-3F39-4C06-81C9-5577F82E3410}" type="presParOf" srcId="{AA8FA350-6398-4755-951D-57EE02298FE6}" destId="{92812067-BAF9-4C58-A301-1A8B565D2776}" srcOrd="0" destOrd="0" presId="urn:microsoft.com/office/officeart/2018/2/layout/IconCircleList"/>
    <dgm:cxn modelId="{D4E5E139-E743-4E74-9295-F9E4E49C4C69}" type="presParOf" srcId="{AA8FA350-6398-4755-951D-57EE02298FE6}" destId="{293B5B3A-B318-4D86-A395-28398A5B96E0}" srcOrd="1" destOrd="0" presId="urn:microsoft.com/office/officeart/2018/2/layout/IconCircleList"/>
    <dgm:cxn modelId="{55E476D1-1761-43BD-99A1-62319765D315}" type="presParOf" srcId="{AA8FA350-6398-4755-951D-57EE02298FE6}" destId="{255F6280-81A4-4A1C-9C05-146BC540DEAB}" srcOrd="2" destOrd="0" presId="urn:microsoft.com/office/officeart/2018/2/layout/IconCircleList"/>
    <dgm:cxn modelId="{4755ECD8-E978-4B79-9F37-55953E009FFB}" type="presParOf" srcId="{AA8FA350-6398-4755-951D-57EE02298FE6}" destId="{315C4C55-66D8-41C5-9AE2-653D7D59CC14}" srcOrd="3" destOrd="0" presId="urn:microsoft.com/office/officeart/2018/2/layout/IconCircleList"/>
    <dgm:cxn modelId="{127D231A-844A-458F-BBC4-7C95059D66D3}" type="presParOf" srcId="{C37BCAB2-E4AB-46A3-9E99-A9FF957738C7}" destId="{CAD36096-4B02-4DCF-BC9D-092F2B8D3481}" srcOrd="5" destOrd="0" presId="urn:microsoft.com/office/officeart/2018/2/layout/IconCircleList"/>
    <dgm:cxn modelId="{A5E31698-FD3A-4330-B918-B8620EC7CD9C}" type="presParOf" srcId="{C37BCAB2-E4AB-46A3-9E99-A9FF957738C7}" destId="{81C1D5F2-52D9-4025-98DD-3281E07A86C8}" srcOrd="6" destOrd="0" presId="urn:microsoft.com/office/officeart/2018/2/layout/IconCircleList"/>
    <dgm:cxn modelId="{E171575B-1ECE-4E7E-9F44-0AABF9FF9DE2}" type="presParOf" srcId="{81C1D5F2-52D9-4025-98DD-3281E07A86C8}" destId="{EC8FA41F-F36D-479B-A3EB-5CD15E78301C}" srcOrd="0" destOrd="0" presId="urn:microsoft.com/office/officeart/2018/2/layout/IconCircleList"/>
    <dgm:cxn modelId="{CF350FC7-F238-49CD-B9CC-884724AD4745}" type="presParOf" srcId="{81C1D5F2-52D9-4025-98DD-3281E07A86C8}" destId="{8E056965-B3A5-4D2A-BADF-411DA397BEA6}" srcOrd="1" destOrd="0" presId="urn:microsoft.com/office/officeart/2018/2/layout/IconCircleList"/>
    <dgm:cxn modelId="{E0CD35EC-3553-4B58-8640-6834C0DEFD1F}" type="presParOf" srcId="{81C1D5F2-52D9-4025-98DD-3281E07A86C8}" destId="{56AF3CB2-1EC7-480E-92D3-5581AF6486D7}" srcOrd="2" destOrd="0" presId="urn:microsoft.com/office/officeart/2018/2/layout/IconCircleList"/>
    <dgm:cxn modelId="{7203DE76-D446-4825-AA3C-CFA5C3D7242F}" type="presParOf" srcId="{81C1D5F2-52D9-4025-98DD-3281E07A86C8}" destId="{874D7842-A143-483D-8929-54F3F65FADC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6821B3-F6AD-4A9E-ADD4-47DB28824912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9EC65D2-1E1F-4D58-8183-9C59F45509E9}">
      <dgm:prSet/>
      <dgm:spPr/>
      <dgm:t>
        <a:bodyPr/>
        <a:lstStyle/>
        <a:p>
          <a:r>
            <a:rPr lang="en-US"/>
            <a:t>Backend: Django, Python, SQLite3, openpyxl</a:t>
          </a:r>
        </a:p>
      </dgm:t>
    </dgm:pt>
    <dgm:pt modelId="{73824231-4B31-4462-9D24-4093ED9CB94B}" type="parTrans" cxnId="{450DDFFE-38B0-47D7-AA58-33729309E085}">
      <dgm:prSet/>
      <dgm:spPr/>
      <dgm:t>
        <a:bodyPr/>
        <a:lstStyle/>
        <a:p>
          <a:endParaRPr lang="en-US"/>
        </a:p>
      </dgm:t>
    </dgm:pt>
    <dgm:pt modelId="{1A334D00-B31B-4251-A7AE-A43CB31444A2}" type="sibTrans" cxnId="{450DDFFE-38B0-47D7-AA58-33729309E085}">
      <dgm:prSet/>
      <dgm:spPr/>
      <dgm:t>
        <a:bodyPr/>
        <a:lstStyle/>
        <a:p>
          <a:endParaRPr lang="en-US"/>
        </a:p>
      </dgm:t>
    </dgm:pt>
    <dgm:pt modelId="{03E2BFCC-E2D5-4F2F-964F-5644D5221A82}">
      <dgm:prSet/>
      <dgm:spPr/>
      <dgm:t>
        <a:bodyPr/>
        <a:lstStyle/>
        <a:p>
          <a:r>
            <a:rPr lang="en-US"/>
            <a:t>Frontend: Tailwind, FontAwesome, JS</a:t>
          </a:r>
        </a:p>
      </dgm:t>
    </dgm:pt>
    <dgm:pt modelId="{497777FF-7515-495A-80B4-87AC7B7F9512}" type="parTrans" cxnId="{5759C50F-2064-4D90-A92E-59C4B2CFB7B2}">
      <dgm:prSet/>
      <dgm:spPr/>
      <dgm:t>
        <a:bodyPr/>
        <a:lstStyle/>
        <a:p>
          <a:endParaRPr lang="en-US"/>
        </a:p>
      </dgm:t>
    </dgm:pt>
    <dgm:pt modelId="{57CFD290-35F0-41EC-B94B-CB37D18A33E5}" type="sibTrans" cxnId="{5759C50F-2064-4D90-A92E-59C4B2CFB7B2}">
      <dgm:prSet/>
      <dgm:spPr/>
      <dgm:t>
        <a:bodyPr/>
        <a:lstStyle/>
        <a:p>
          <a:endParaRPr lang="en-US"/>
        </a:p>
      </dgm:t>
    </dgm:pt>
    <dgm:pt modelId="{6A4EB87B-61EC-4F18-B5F2-21DE66D6D520}">
      <dgm:prSet/>
      <dgm:spPr/>
      <dgm:t>
        <a:bodyPr/>
        <a:lstStyle/>
        <a:p>
          <a:r>
            <a:rPr lang="en-US"/>
            <a:t>Dev Tools: PowerShell, Git</a:t>
          </a:r>
        </a:p>
      </dgm:t>
    </dgm:pt>
    <dgm:pt modelId="{DB10B790-E35B-4186-972B-EC06385CF483}" type="parTrans" cxnId="{A292B58C-A865-4B5C-B99A-1DD6240AADA6}">
      <dgm:prSet/>
      <dgm:spPr/>
      <dgm:t>
        <a:bodyPr/>
        <a:lstStyle/>
        <a:p>
          <a:endParaRPr lang="en-US"/>
        </a:p>
      </dgm:t>
    </dgm:pt>
    <dgm:pt modelId="{D8527C05-CC62-4334-954A-8704E5467547}" type="sibTrans" cxnId="{A292B58C-A865-4B5C-B99A-1DD6240AADA6}">
      <dgm:prSet/>
      <dgm:spPr/>
      <dgm:t>
        <a:bodyPr/>
        <a:lstStyle/>
        <a:p>
          <a:endParaRPr lang="en-US"/>
        </a:p>
      </dgm:t>
    </dgm:pt>
    <dgm:pt modelId="{ED2741D8-9CAE-46D5-8BB2-58E5E11A0D4A}" type="pres">
      <dgm:prSet presAssocID="{C56821B3-F6AD-4A9E-ADD4-47DB28824912}" presName="diagram" presStyleCnt="0">
        <dgm:presLayoutVars>
          <dgm:dir/>
          <dgm:resizeHandles val="exact"/>
        </dgm:presLayoutVars>
      </dgm:prSet>
      <dgm:spPr/>
    </dgm:pt>
    <dgm:pt modelId="{E6BBA4D9-C940-411C-ACA9-DA6E782CA5AA}" type="pres">
      <dgm:prSet presAssocID="{E9EC65D2-1E1F-4D58-8183-9C59F45509E9}" presName="node" presStyleLbl="node1" presStyleIdx="0" presStyleCnt="3">
        <dgm:presLayoutVars>
          <dgm:bulletEnabled val="1"/>
        </dgm:presLayoutVars>
      </dgm:prSet>
      <dgm:spPr/>
    </dgm:pt>
    <dgm:pt modelId="{71995F2A-B23D-495A-A92F-210BC30D727F}" type="pres">
      <dgm:prSet presAssocID="{1A334D00-B31B-4251-A7AE-A43CB31444A2}" presName="sibTrans" presStyleCnt="0"/>
      <dgm:spPr/>
    </dgm:pt>
    <dgm:pt modelId="{C8CDCEE9-A66B-4C09-BD3C-DFA8E001F4E3}" type="pres">
      <dgm:prSet presAssocID="{03E2BFCC-E2D5-4F2F-964F-5644D5221A82}" presName="node" presStyleLbl="node1" presStyleIdx="1" presStyleCnt="3">
        <dgm:presLayoutVars>
          <dgm:bulletEnabled val="1"/>
        </dgm:presLayoutVars>
      </dgm:prSet>
      <dgm:spPr/>
    </dgm:pt>
    <dgm:pt modelId="{AC0069CE-6E27-4C00-80CD-574360256D7A}" type="pres">
      <dgm:prSet presAssocID="{57CFD290-35F0-41EC-B94B-CB37D18A33E5}" presName="sibTrans" presStyleCnt="0"/>
      <dgm:spPr/>
    </dgm:pt>
    <dgm:pt modelId="{CCCA09A1-A7DD-4BD4-AFE0-3748F3727BD9}" type="pres">
      <dgm:prSet presAssocID="{6A4EB87B-61EC-4F18-B5F2-21DE66D6D520}" presName="node" presStyleLbl="node1" presStyleIdx="2" presStyleCnt="3">
        <dgm:presLayoutVars>
          <dgm:bulletEnabled val="1"/>
        </dgm:presLayoutVars>
      </dgm:prSet>
      <dgm:spPr/>
    </dgm:pt>
  </dgm:ptLst>
  <dgm:cxnLst>
    <dgm:cxn modelId="{5759C50F-2064-4D90-A92E-59C4B2CFB7B2}" srcId="{C56821B3-F6AD-4A9E-ADD4-47DB28824912}" destId="{03E2BFCC-E2D5-4F2F-964F-5644D5221A82}" srcOrd="1" destOrd="0" parTransId="{497777FF-7515-495A-80B4-87AC7B7F9512}" sibTransId="{57CFD290-35F0-41EC-B94B-CB37D18A33E5}"/>
    <dgm:cxn modelId="{C822E851-838C-46C5-BE91-C03EED73CD7C}" type="presOf" srcId="{C56821B3-F6AD-4A9E-ADD4-47DB28824912}" destId="{ED2741D8-9CAE-46D5-8BB2-58E5E11A0D4A}" srcOrd="0" destOrd="0" presId="urn:microsoft.com/office/officeart/2005/8/layout/default"/>
    <dgm:cxn modelId="{8EB7DE57-B212-4648-8BF8-541AACC94167}" type="presOf" srcId="{6A4EB87B-61EC-4F18-B5F2-21DE66D6D520}" destId="{CCCA09A1-A7DD-4BD4-AFE0-3748F3727BD9}" srcOrd="0" destOrd="0" presId="urn:microsoft.com/office/officeart/2005/8/layout/default"/>
    <dgm:cxn modelId="{A292B58C-A865-4B5C-B99A-1DD6240AADA6}" srcId="{C56821B3-F6AD-4A9E-ADD4-47DB28824912}" destId="{6A4EB87B-61EC-4F18-B5F2-21DE66D6D520}" srcOrd="2" destOrd="0" parTransId="{DB10B790-E35B-4186-972B-EC06385CF483}" sibTransId="{D8527C05-CC62-4334-954A-8704E5467547}"/>
    <dgm:cxn modelId="{4F05FFC8-9736-4314-AD79-AA2274B939AB}" type="presOf" srcId="{03E2BFCC-E2D5-4F2F-964F-5644D5221A82}" destId="{C8CDCEE9-A66B-4C09-BD3C-DFA8E001F4E3}" srcOrd="0" destOrd="0" presId="urn:microsoft.com/office/officeart/2005/8/layout/default"/>
    <dgm:cxn modelId="{BCD50DDE-82EC-4DC0-B322-F6DE33855FE0}" type="presOf" srcId="{E9EC65D2-1E1F-4D58-8183-9C59F45509E9}" destId="{E6BBA4D9-C940-411C-ACA9-DA6E782CA5AA}" srcOrd="0" destOrd="0" presId="urn:microsoft.com/office/officeart/2005/8/layout/default"/>
    <dgm:cxn modelId="{450DDFFE-38B0-47D7-AA58-33729309E085}" srcId="{C56821B3-F6AD-4A9E-ADD4-47DB28824912}" destId="{E9EC65D2-1E1F-4D58-8183-9C59F45509E9}" srcOrd="0" destOrd="0" parTransId="{73824231-4B31-4462-9D24-4093ED9CB94B}" sibTransId="{1A334D00-B31B-4251-A7AE-A43CB31444A2}"/>
    <dgm:cxn modelId="{0DE76307-29A4-4E6D-A7D2-556DA659D5EC}" type="presParOf" srcId="{ED2741D8-9CAE-46D5-8BB2-58E5E11A0D4A}" destId="{E6BBA4D9-C940-411C-ACA9-DA6E782CA5AA}" srcOrd="0" destOrd="0" presId="urn:microsoft.com/office/officeart/2005/8/layout/default"/>
    <dgm:cxn modelId="{F2334E6D-4566-4284-80B5-26904FE10B38}" type="presParOf" srcId="{ED2741D8-9CAE-46D5-8BB2-58E5E11A0D4A}" destId="{71995F2A-B23D-495A-A92F-210BC30D727F}" srcOrd="1" destOrd="0" presId="urn:microsoft.com/office/officeart/2005/8/layout/default"/>
    <dgm:cxn modelId="{E3C62726-5D46-4FDC-BF01-D4878FD95D45}" type="presParOf" srcId="{ED2741D8-9CAE-46D5-8BB2-58E5E11A0D4A}" destId="{C8CDCEE9-A66B-4C09-BD3C-DFA8E001F4E3}" srcOrd="2" destOrd="0" presId="urn:microsoft.com/office/officeart/2005/8/layout/default"/>
    <dgm:cxn modelId="{32F772F6-7D4C-486F-901F-9FF4BD519CDD}" type="presParOf" srcId="{ED2741D8-9CAE-46D5-8BB2-58E5E11A0D4A}" destId="{AC0069CE-6E27-4C00-80CD-574360256D7A}" srcOrd="3" destOrd="0" presId="urn:microsoft.com/office/officeart/2005/8/layout/default"/>
    <dgm:cxn modelId="{DB4F9647-7985-4FB8-B3F3-5AC6A5ABDEB9}" type="presParOf" srcId="{ED2741D8-9CAE-46D5-8BB2-58E5E11A0D4A}" destId="{CCCA09A1-A7DD-4BD4-AFE0-3748F3727BD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B9F2CA-ED01-4FD0-98A4-7E53208240FD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B87DD50-8060-4556-B6CC-7B24F5D2451F}">
      <dgm:prSet/>
      <dgm:spPr/>
      <dgm:t>
        <a:bodyPr/>
        <a:lstStyle/>
        <a:p>
          <a:r>
            <a:rPr lang="en-US"/>
            <a:t>19 загвар</a:t>
          </a:r>
        </a:p>
      </dgm:t>
    </dgm:pt>
    <dgm:pt modelId="{ACEB6D19-999D-4C23-A50D-F16A9FC63FF8}" type="parTrans" cxnId="{5991B98A-28E9-419E-A27C-95D5E90B41C1}">
      <dgm:prSet/>
      <dgm:spPr/>
      <dgm:t>
        <a:bodyPr/>
        <a:lstStyle/>
        <a:p>
          <a:endParaRPr lang="en-US"/>
        </a:p>
      </dgm:t>
    </dgm:pt>
    <dgm:pt modelId="{9038612B-9E7B-4FB1-94D6-910899CD7106}" type="sibTrans" cxnId="{5991B98A-28E9-419E-A27C-95D5E90B41C1}">
      <dgm:prSet/>
      <dgm:spPr/>
      <dgm:t>
        <a:bodyPr/>
        <a:lstStyle/>
        <a:p>
          <a:endParaRPr lang="en-US"/>
        </a:p>
      </dgm:t>
    </dgm:pt>
    <dgm:pt modelId="{F58E0975-A4D1-4E30-8A5A-9362BCDEB5F0}">
      <dgm:prSet/>
      <dgm:spPr/>
      <dgm:t>
        <a:bodyPr/>
        <a:lstStyle/>
        <a:p>
          <a:r>
            <a:rPr lang="en-US"/>
            <a:t>3000+ мөр код</a:t>
          </a:r>
        </a:p>
      </dgm:t>
    </dgm:pt>
    <dgm:pt modelId="{C0B11850-0C67-49CE-8A2F-D01143940CCB}" type="parTrans" cxnId="{3643FA8F-F1F8-41D0-BEC6-46BE9D600BF6}">
      <dgm:prSet/>
      <dgm:spPr/>
      <dgm:t>
        <a:bodyPr/>
        <a:lstStyle/>
        <a:p>
          <a:endParaRPr lang="en-US"/>
        </a:p>
      </dgm:t>
    </dgm:pt>
    <dgm:pt modelId="{C0BD00FD-0C48-4746-B718-CD520C8F75CA}" type="sibTrans" cxnId="{3643FA8F-F1F8-41D0-BEC6-46BE9D600BF6}">
      <dgm:prSet/>
      <dgm:spPr/>
      <dgm:t>
        <a:bodyPr/>
        <a:lstStyle/>
        <a:p>
          <a:endParaRPr lang="en-US"/>
        </a:p>
      </dgm:t>
    </dgm:pt>
    <dgm:pt modelId="{838471DD-B8E6-482B-8FAA-CA56EC9C52AB}">
      <dgm:prSet/>
      <dgm:spPr/>
      <dgm:t>
        <a:bodyPr/>
        <a:lstStyle/>
        <a:p>
          <a:r>
            <a:rPr lang="en-US"/>
            <a:t>Автомат санхүүгийн тооцоолол</a:t>
          </a:r>
        </a:p>
      </dgm:t>
    </dgm:pt>
    <dgm:pt modelId="{18AFA9E5-DB94-4C38-9CAB-BDAA079D4760}" type="parTrans" cxnId="{ED186FB4-5CE0-4909-8858-45231CF96F7A}">
      <dgm:prSet/>
      <dgm:spPr/>
      <dgm:t>
        <a:bodyPr/>
        <a:lstStyle/>
        <a:p>
          <a:endParaRPr lang="en-US"/>
        </a:p>
      </dgm:t>
    </dgm:pt>
    <dgm:pt modelId="{6555DCEF-BFBB-4AA4-9F8B-5E5C2BAFF615}" type="sibTrans" cxnId="{ED186FB4-5CE0-4909-8858-45231CF96F7A}">
      <dgm:prSet/>
      <dgm:spPr/>
      <dgm:t>
        <a:bodyPr/>
        <a:lstStyle/>
        <a:p>
          <a:endParaRPr lang="en-US"/>
        </a:p>
      </dgm:t>
    </dgm:pt>
    <dgm:pt modelId="{167A0439-8751-4C94-A701-38470D7B7F36}">
      <dgm:prSet/>
      <dgm:spPr/>
      <dgm:t>
        <a:bodyPr/>
        <a:lstStyle/>
        <a:p>
          <a:r>
            <a:rPr lang="en-US" dirty="0" err="1"/>
            <a:t>Сайжруулах</a:t>
          </a:r>
          <a:r>
            <a:rPr lang="en-US" dirty="0"/>
            <a:t> </a:t>
          </a:r>
          <a:r>
            <a:rPr lang="en-US" dirty="0" err="1"/>
            <a:t>боломж</a:t>
          </a:r>
          <a:r>
            <a:rPr lang="en-US" dirty="0"/>
            <a:t>: API, Mobile App, Testing</a:t>
          </a:r>
        </a:p>
      </dgm:t>
    </dgm:pt>
    <dgm:pt modelId="{8B8C5EAA-3A66-4A00-BA20-0C4519CA7C88}" type="parTrans" cxnId="{64834B8C-584E-40B7-A825-10138A970FCA}">
      <dgm:prSet/>
      <dgm:spPr/>
      <dgm:t>
        <a:bodyPr/>
        <a:lstStyle/>
        <a:p>
          <a:endParaRPr lang="en-US"/>
        </a:p>
      </dgm:t>
    </dgm:pt>
    <dgm:pt modelId="{430022EE-777E-4B8D-888B-169C059B3AF6}" type="sibTrans" cxnId="{64834B8C-584E-40B7-A825-10138A970FCA}">
      <dgm:prSet/>
      <dgm:spPr/>
      <dgm:t>
        <a:bodyPr/>
        <a:lstStyle/>
        <a:p>
          <a:endParaRPr lang="en-US"/>
        </a:p>
      </dgm:t>
    </dgm:pt>
    <dgm:pt modelId="{92EF17AF-0F4C-4676-BB66-ADC804A3C295}" type="pres">
      <dgm:prSet presAssocID="{7DB9F2CA-ED01-4FD0-98A4-7E53208240FD}" presName="linear" presStyleCnt="0">
        <dgm:presLayoutVars>
          <dgm:animLvl val="lvl"/>
          <dgm:resizeHandles val="exact"/>
        </dgm:presLayoutVars>
      </dgm:prSet>
      <dgm:spPr/>
    </dgm:pt>
    <dgm:pt modelId="{ECC8034C-3614-4777-AC2D-0E71F9CD43DA}" type="pres">
      <dgm:prSet presAssocID="{5B87DD50-8060-4556-B6CC-7B24F5D245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307472A-2952-465E-A5AC-D6898356DFBA}" type="pres">
      <dgm:prSet presAssocID="{9038612B-9E7B-4FB1-94D6-910899CD7106}" presName="spacer" presStyleCnt="0"/>
      <dgm:spPr/>
    </dgm:pt>
    <dgm:pt modelId="{628AB02E-189F-4E81-AA59-5CEF09D11C07}" type="pres">
      <dgm:prSet presAssocID="{F58E0975-A4D1-4E30-8A5A-9362BCDEB5F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4577A8B-8A2A-42D4-BCD0-E96D0DBBB512}" type="pres">
      <dgm:prSet presAssocID="{C0BD00FD-0C48-4746-B718-CD520C8F75CA}" presName="spacer" presStyleCnt="0"/>
      <dgm:spPr/>
    </dgm:pt>
    <dgm:pt modelId="{03CD3F7C-9895-4F7E-994E-101240F9B0BE}" type="pres">
      <dgm:prSet presAssocID="{838471DD-B8E6-482B-8FAA-CA56EC9C52A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F33E406-6CE1-48F4-8EFA-E28260BF3313}" type="pres">
      <dgm:prSet presAssocID="{6555DCEF-BFBB-4AA4-9F8B-5E5C2BAFF615}" presName="spacer" presStyleCnt="0"/>
      <dgm:spPr/>
    </dgm:pt>
    <dgm:pt modelId="{D29FAEE3-2366-4AC2-BA22-DDFA923DA877}" type="pres">
      <dgm:prSet presAssocID="{167A0439-8751-4C94-A701-38470D7B7F3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4CFAC16-7841-4D90-8F8F-67EE39CB5956}" type="presOf" srcId="{F58E0975-A4D1-4E30-8A5A-9362BCDEB5F0}" destId="{628AB02E-189F-4E81-AA59-5CEF09D11C07}" srcOrd="0" destOrd="0" presId="urn:microsoft.com/office/officeart/2005/8/layout/vList2"/>
    <dgm:cxn modelId="{D6504562-386B-45D9-A8A9-2483CE2C6A27}" type="presOf" srcId="{167A0439-8751-4C94-A701-38470D7B7F36}" destId="{D29FAEE3-2366-4AC2-BA22-DDFA923DA877}" srcOrd="0" destOrd="0" presId="urn:microsoft.com/office/officeart/2005/8/layout/vList2"/>
    <dgm:cxn modelId="{4AACA364-4ACE-403A-B848-59B8F970D399}" type="presOf" srcId="{838471DD-B8E6-482B-8FAA-CA56EC9C52AB}" destId="{03CD3F7C-9895-4F7E-994E-101240F9B0BE}" srcOrd="0" destOrd="0" presId="urn:microsoft.com/office/officeart/2005/8/layout/vList2"/>
    <dgm:cxn modelId="{5991B98A-28E9-419E-A27C-95D5E90B41C1}" srcId="{7DB9F2CA-ED01-4FD0-98A4-7E53208240FD}" destId="{5B87DD50-8060-4556-B6CC-7B24F5D2451F}" srcOrd="0" destOrd="0" parTransId="{ACEB6D19-999D-4C23-A50D-F16A9FC63FF8}" sibTransId="{9038612B-9E7B-4FB1-94D6-910899CD7106}"/>
    <dgm:cxn modelId="{64834B8C-584E-40B7-A825-10138A970FCA}" srcId="{7DB9F2CA-ED01-4FD0-98A4-7E53208240FD}" destId="{167A0439-8751-4C94-A701-38470D7B7F36}" srcOrd="3" destOrd="0" parTransId="{8B8C5EAA-3A66-4A00-BA20-0C4519CA7C88}" sibTransId="{430022EE-777E-4B8D-888B-169C059B3AF6}"/>
    <dgm:cxn modelId="{3643FA8F-F1F8-41D0-BEC6-46BE9D600BF6}" srcId="{7DB9F2CA-ED01-4FD0-98A4-7E53208240FD}" destId="{F58E0975-A4D1-4E30-8A5A-9362BCDEB5F0}" srcOrd="1" destOrd="0" parTransId="{C0B11850-0C67-49CE-8A2F-D01143940CCB}" sibTransId="{C0BD00FD-0C48-4746-B718-CD520C8F75CA}"/>
    <dgm:cxn modelId="{7CA128B0-43A7-415D-ACCA-E3201393FFDA}" type="presOf" srcId="{7DB9F2CA-ED01-4FD0-98A4-7E53208240FD}" destId="{92EF17AF-0F4C-4676-BB66-ADC804A3C295}" srcOrd="0" destOrd="0" presId="urn:microsoft.com/office/officeart/2005/8/layout/vList2"/>
    <dgm:cxn modelId="{ED186FB4-5CE0-4909-8858-45231CF96F7A}" srcId="{7DB9F2CA-ED01-4FD0-98A4-7E53208240FD}" destId="{838471DD-B8E6-482B-8FAA-CA56EC9C52AB}" srcOrd="2" destOrd="0" parTransId="{18AFA9E5-DB94-4C38-9CAB-BDAA079D4760}" sibTransId="{6555DCEF-BFBB-4AA4-9F8B-5E5C2BAFF615}"/>
    <dgm:cxn modelId="{D32550BE-5732-41E9-B46B-D35D2094641B}" type="presOf" srcId="{5B87DD50-8060-4556-B6CC-7B24F5D2451F}" destId="{ECC8034C-3614-4777-AC2D-0E71F9CD43DA}" srcOrd="0" destOrd="0" presId="urn:microsoft.com/office/officeart/2005/8/layout/vList2"/>
    <dgm:cxn modelId="{C4BBF4BF-8012-4177-AB2B-A719E36489FE}" type="presParOf" srcId="{92EF17AF-0F4C-4676-BB66-ADC804A3C295}" destId="{ECC8034C-3614-4777-AC2D-0E71F9CD43DA}" srcOrd="0" destOrd="0" presId="urn:microsoft.com/office/officeart/2005/8/layout/vList2"/>
    <dgm:cxn modelId="{0245A396-CA06-4734-AC71-939C095B9722}" type="presParOf" srcId="{92EF17AF-0F4C-4676-BB66-ADC804A3C295}" destId="{4307472A-2952-465E-A5AC-D6898356DFBA}" srcOrd="1" destOrd="0" presId="urn:microsoft.com/office/officeart/2005/8/layout/vList2"/>
    <dgm:cxn modelId="{A3BF1C5B-6807-4194-9FEF-F0B5E673C9D0}" type="presParOf" srcId="{92EF17AF-0F4C-4676-BB66-ADC804A3C295}" destId="{628AB02E-189F-4E81-AA59-5CEF09D11C07}" srcOrd="2" destOrd="0" presId="urn:microsoft.com/office/officeart/2005/8/layout/vList2"/>
    <dgm:cxn modelId="{C292EB85-50EF-4F7D-AD76-F8A38601B696}" type="presParOf" srcId="{92EF17AF-0F4C-4676-BB66-ADC804A3C295}" destId="{B4577A8B-8A2A-42D4-BCD0-E96D0DBBB512}" srcOrd="3" destOrd="0" presId="urn:microsoft.com/office/officeart/2005/8/layout/vList2"/>
    <dgm:cxn modelId="{1E5DF353-7938-4E79-833F-2286D081DFBF}" type="presParOf" srcId="{92EF17AF-0F4C-4676-BB66-ADC804A3C295}" destId="{03CD3F7C-9895-4F7E-994E-101240F9B0BE}" srcOrd="4" destOrd="0" presId="urn:microsoft.com/office/officeart/2005/8/layout/vList2"/>
    <dgm:cxn modelId="{EB3C4AC9-5C07-47C2-8B2A-7166B8ADDC02}" type="presParOf" srcId="{92EF17AF-0F4C-4676-BB66-ADC804A3C295}" destId="{2F33E406-6CE1-48F4-8EFA-E28260BF3313}" srcOrd="5" destOrd="0" presId="urn:microsoft.com/office/officeart/2005/8/layout/vList2"/>
    <dgm:cxn modelId="{2D9932FC-3F20-4AF1-90FF-DDF5743DF747}" type="presParOf" srcId="{92EF17AF-0F4C-4676-BB66-ADC804A3C295}" destId="{D29FAEE3-2366-4AC2-BA22-DDFA923DA87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43824F-3C1F-45D8-93CD-BAF7F44E3A16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5896F8-BD09-44AE-92E2-324DE71B6F11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Student, Instructor, ClassSession, Attendance</a:t>
          </a:r>
        </a:p>
      </dsp:txBody>
      <dsp:txXfrm>
        <a:off x="456496" y="980400"/>
        <a:ext cx="3381034" cy="2099279"/>
      </dsp:txXfrm>
    </dsp:sp>
    <dsp:sp modelId="{D390CE70-69F9-4E03-A458-EEFE552DB423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64505-925B-469B-A752-418D20EEED72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BankTransaction, Allocations, Distributions</a:t>
          </a:r>
        </a:p>
      </dsp:txBody>
      <dsp:txXfrm>
        <a:off x="4748523" y="980400"/>
        <a:ext cx="3381034" cy="20992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012C36-B872-4AD1-86B2-D8807E0E6446}">
      <dsp:nvSpPr>
        <dsp:cNvPr id="0" name=""/>
        <dsp:cNvSpPr/>
      </dsp:nvSpPr>
      <dsp:spPr>
        <a:xfrm>
          <a:off x="18535" y="450978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A8F59-0ACE-446B-AD1C-B04C06D69230}">
      <dsp:nvSpPr>
        <dsp:cNvPr id="0" name=""/>
        <dsp:cNvSpPr/>
      </dsp:nvSpPr>
      <dsp:spPr>
        <a:xfrm>
          <a:off x="245361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FA7D13-1E0F-4900-A1CF-6A4444FDE849}">
      <dsp:nvSpPr>
        <dsp:cNvPr id="0" name=""/>
        <dsp:cNvSpPr/>
      </dsp:nvSpPr>
      <dsp:spPr>
        <a:xfrm>
          <a:off x="1330115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1. Excel импорт</a:t>
          </a:r>
        </a:p>
      </dsp:txBody>
      <dsp:txXfrm>
        <a:off x="1330115" y="450978"/>
        <a:ext cx="2546008" cy="1080124"/>
      </dsp:txXfrm>
    </dsp:sp>
    <dsp:sp modelId="{699718F7-27D4-4BE7-8EF5-569E277FA86F}">
      <dsp:nvSpPr>
        <dsp:cNvPr id="0" name=""/>
        <dsp:cNvSpPr/>
      </dsp:nvSpPr>
      <dsp:spPr>
        <a:xfrm>
          <a:off x="4319746" y="450978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F26B4-1E42-4F5D-9438-13A04A5654DD}">
      <dsp:nvSpPr>
        <dsp:cNvPr id="0" name=""/>
        <dsp:cNvSpPr/>
      </dsp:nvSpPr>
      <dsp:spPr>
        <a:xfrm>
          <a:off x="4546573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14D66-35FE-4112-84BD-B04626B559EF}">
      <dsp:nvSpPr>
        <dsp:cNvPr id="0" name=""/>
        <dsp:cNvSpPr/>
      </dsp:nvSpPr>
      <dsp:spPr>
        <a:xfrm>
          <a:off x="5631327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2. Гүйлгээ бүртгэх</a:t>
          </a:r>
        </a:p>
      </dsp:txBody>
      <dsp:txXfrm>
        <a:off x="5631327" y="450978"/>
        <a:ext cx="2546008" cy="1080124"/>
      </dsp:txXfrm>
    </dsp:sp>
    <dsp:sp modelId="{92812067-BAF9-4C58-A301-1A8B565D2776}">
      <dsp:nvSpPr>
        <dsp:cNvPr id="0" name=""/>
        <dsp:cNvSpPr/>
      </dsp:nvSpPr>
      <dsp:spPr>
        <a:xfrm>
          <a:off x="18535" y="2158301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3B5B3A-B318-4D86-A395-28398A5B96E0}">
      <dsp:nvSpPr>
        <dsp:cNvPr id="0" name=""/>
        <dsp:cNvSpPr/>
      </dsp:nvSpPr>
      <dsp:spPr>
        <a:xfrm>
          <a:off x="245361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C4C55-66D8-41C5-9AE2-653D7D59CC14}">
      <dsp:nvSpPr>
        <dsp:cNvPr id="0" name=""/>
        <dsp:cNvSpPr/>
      </dsp:nvSpPr>
      <dsp:spPr>
        <a:xfrm>
          <a:off x="1330115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3. Хуваарилалт</a:t>
          </a:r>
        </a:p>
      </dsp:txBody>
      <dsp:txXfrm>
        <a:off x="1330115" y="2158301"/>
        <a:ext cx="2546008" cy="1080124"/>
      </dsp:txXfrm>
    </dsp:sp>
    <dsp:sp modelId="{EC8FA41F-F36D-479B-A3EB-5CD15E78301C}">
      <dsp:nvSpPr>
        <dsp:cNvPr id="0" name=""/>
        <dsp:cNvSpPr/>
      </dsp:nvSpPr>
      <dsp:spPr>
        <a:xfrm>
          <a:off x="4319746" y="2158301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056965-B3A5-4D2A-BADF-411DA397BEA6}">
      <dsp:nvSpPr>
        <dsp:cNvPr id="0" name=""/>
        <dsp:cNvSpPr/>
      </dsp:nvSpPr>
      <dsp:spPr>
        <a:xfrm>
          <a:off x="4546573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D7842-A143-483D-8929-54F3F65FADCC}">
      <dsp:nvSpPr>
        <dsp:cNvPr id="0" name=""/>
        <dsp:cNvSpPr/>
      </dsp:nvSpPr>
      <dsp:spPr>
        <a:xfrm>
          <a:off x="5631327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4. Тооцоолол (50/50, 60/40)</a:t>
          </a:r>
        </a:p>
      </dsp:txBody>
      <dsp:txXfrm>
        <a:off x="5631327" y="2158301"/>
        <a:ext cx="2546008" cy="10801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BA4D9-C940-411C-ACA9-DA6E782CA5AA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Backend: Django, Python, SQLite3, openpyxl</a:t>
          </a:r>
        </a:p>
      </dsp:txBody>
      <dsp:txXfrm>
        <a:off x="429570" y="472"/>
        <a:ext cx="3346456" cy="2007873"/>
      </dsp:txXfrm>
    </dsp:sp>
    <dsp:sp modelId="{C8CDCEE9-A66B-4C09-BD3C-DFA8E001F4E3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Frontend: Tailwind, FontAwesome, JS</a:t>
          </a:r>
        </a:p>
      </dsp:txBody>
      <dsp:txXfrm>
        <a:off x="4110672" y="472"/>
        <a:ext cx="3346456" cy="2007873"/>
      </dsp:txXfrm>
    </dsp:sp>
    <dsp:sp modelId="{CCCA09A1-A7DD-4BD4-AFE0-3748F3727BD9}">
      <dsp:nvSpPr>
        <dsp:cNvPr id="0" name=""/>
        <dsp:cNvSpPr/>
      </dsp:nvSpPr>
      <dsp:spPr>
        <a:xfrm>
          <a:off x="2270121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Dev Tools: PowerShell, Git</a:t>
          </a:r>
        </a:p>
      </dsp:txBody>
      <dsp:txXfrm>
        <a:off x="2270121" y="2342991"/>
        <a:ext cx="3346456" cy="20078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C8034C-3614-4777-AC2D-0E71F9CD43DA}">
      <dsp:nvSpPr>
        <dsp:cNvPr id="0" name=""/>
        <dsp:cNvSpPr/>
      </dsp:nvSpPr>
      <dsp:spPr>
        <a:xfrm>
          <a:off x="0" y="75963"/>
          <a:ext cx="5614060" cy="5276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19 загвар</a:t>
          </a:r>
        </a:p>
      </dsp:txBody>
      <dsp:txXfrm>
        <a:off x="25759" y="101722"/>
        <a:ext cx="5562542" cy="476152"/>
      </dsp:txXfrm>
    </dsp:sp>
    <dsp:sp modelId="{628AB02E-189F-4E81-AA59-5CEF09D11C07}">
      <dsp:nvSpPr>
        <dsp:cNvPr id="0" name=""/>
        <dsp:cNvSpPr/>
      </dsp:nvSpPr>
      <dsp:spPr>
        <a:xfrm>
          <a:off x="0" y="666993"/>
          <a:ext cx="5614060" cy="5276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3000+ мөр код</a:t>
          </a:r>
        </a:p>
      </dsp:txBody>
      <dsp:txXfrm>
        <a:off x="25759" y="692752"/>
        <a:ext cx="5562542" cy="476152"/>
      </dsp:txXfrm>
    </dsp:sp>
    <dsp:sp modelId="{03CD3F7C-9895-4F7E-994E-101240F9B0BE}">
      <dsp:nvSpPr>
        <dsp:cNvPr id="0" name=""/>
        <dsp:cNvSpPr/>
      </dsp:nvSpPr>
      <dsp:spPr>
        <a:xfrm>
          <a:off x="0" y="1258023"/>
          <a:ext cx="5614060" cy="5276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Автомат санхүүгийн тооцоолол</a:t>
          </a:r>
        </a:p>
      </dsp:txBody>
      <dsp:txXfrm>
        <a:off x="25759" y="1283782"/>
        <a:ext cx="5562542" cy="476152"/>
      </dsp:txXfrm>
    </dsp:sp>
    <dsp:sp modelId="{D29FAEE3-2366-4AC2-BA22-DDFA923DA877}">
      <dsp:nvSpPr>
        <dsp:cNvPr id="0" name=""/>
        <dsp:cNvSpPr/>
      </dsp:nvSpPr>
      <dsp:spPr>
        <a:xfrm>
          <a:off x="0" y="1849053"/>
          <a:ext cx="5614060" cy="5276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Сайжруулах</a:t>
          </a:r>
          <a:r>
            <a:rPr lang="en-US" sz="2200" kern="1200" dirty="0"/>
            <a:t> </a:t>
          </a:r>
          <a:r>
            <a:rPr lang="en-US" sz="2200" kern="1200" dirty="0" err="1"/>
            <a:t>боломж</a:t>
          </a:r>
          <a:r>
            <a:rPr lang="en-US" sz="2200" kern="1200" dirty="0"/>
            <a:t>: API, Mobile App, Testing</a:t>
          </a:r>
        </a:p>
      </dsp:txBody>
      <dsp:txXfrm>
        <a:off x="25759" y="1874812"/>
        <a:ext cx="5562542" cy="476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 with arrows&#10;&#10;Description automatically generated with medium confidence">
            <a:extLst>
              <a:ext uri="{FF2B5EF4-FFF2-40B4-BE49-F238E27FC236}">
                <a16:creationId xmlns:a16="http://schemas.microsoft.com/office/drawing/2014/main" id="{6A7A9E83-A565-896E-7BB1-D14F41F3A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63" y="0"/>
            <a:ext cx="84742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kk-KZ" sz="3100"/>
              <a:t>Төслийн тойм</a:t>
            </a:r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8A6958E-C265-1596-E450-1314ED8592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09" b="15509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kk-KZ" sz="1600"/>
              <a:t>Зорилго: Айкидо сургалтын төвийн өдөр тутмын үйл ажиллагааг цахимжуулах</a:t>
            </a:r>
          </a:p>
          <a:p>
            <a:r>
              <a:rPr lang="kk-KZ" sz="1600"/>
              <a:t>Шийдсэн асуудлууд:</a:t>
            </a:r>
          </a:p>
          <a:p>
            <a:r>
              <a:rPr lang="kk-KZ" sz="1600"/>
              <a:t>• Гар ирц бүртгэл удаан</a:t>
            </a:r>
          </a:p>
          <a:p>
            <a:r>
              <a:rPr lang="kk-KZ" sz="1600"/>
              <a:t>• Банкны гүйлгээ холбох хүндрэл</a:t>
            </a:r>
          </a:p>
          <a:p>
            <a:r>
              <a:rPr lang="kk-KZ" sz="1600"/>
              <a:t>• Багшийн цалин, холбооны тооцооллын алдаа</a:t>
            </a:r>
          </a:p>
          <a:p>
            <a:r>
              <a:rPr lang="kk-KZ" sz="1600"/>
              <a:t>• Зэрэг, түүх хадгалахгүй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Бизнесийн шаардлага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Сурагч удирдлага</a:t>
            </a:r>
          </a:p>
          <a:p>
            <a:r>
              <a:t>2. Хичээлийн удирдлага</a:t>
            </a:r>
          </a:p>
          <a:p>
            <a:r>
              <a:t>3. Санхүүгийн удирдлага</a:t>
            </a:r>
          </a:p>
        </p:txBody>
      </p:sp>
      <p:pic>
        <p:nvPicPr>
          <p:cNvPr id="7" name="Picture 6" descr="A screenshot of a video game&#10;&#10;Description automatically generated">
            <a:extLst>
              <a:ext uri="{FF2B5EF4-FFF2-40B4-BE49-F238E27FC236}">
                <a16:creationId xmlns:a16="http://schemas.microsoft.com/office/drawing/2014/main" id="{E76ACC2E-625A-982A-2E16-DBA26F25B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588" y="3300984"/>
            <a:ext cx="8458200" cy="32823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Хэрэглэгчид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Админ/Багш</a:t>
            </a:r>
          </a:p>
          <a:p>
            <a:r>
              <a:t>Сурагчид</a:t>
            </a:r>
          </a:p>
          <a:p>
            <a:r>
              <a:t>Холбоо</a:t>
            </a:r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7F4229C1-7002-F09C-1A23-7E034FF89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237994"/>
            <a:ext cx="817245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kk-KZ" sz="3700">
                <a:solidFill>
                  <a:srgbClr val="FFFFFF"/>
                </a:solidFill>
              </a:rPr>
              <a:t>Системийн үндсэн функцууд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• Сурагч</a:t>
            </a:r>
          </a:p>
          <a:p>
            <a:r>
              <a:t>• Багш</a:t>
            </a:r>
          </a:p>
          <a:p>
            <a:r>
              <a:t>• Хичээл</a:t>
            </a:r>
          </a:p>
          <a:p>
            <a:r>
              <a:t>• Ирц</a:t>
            </a:r>
          </a:p>
          <a:p>
            <a:r>
              <a:t>• Банк</a:t>
            </a:r>
          </a:p>
          <a:p>
            <a:r>
              <a:t>• Төлбөр</a:t>
            </a:r>
          </a:p>
          <a:p>
            <a:r>
              <a:t>• Хуваагдал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33108F0-1F31-E0E8-0F06-D3F3FD27F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1" y="457200"/>
            <a:ext cx="2526726" cy="6108191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2494" y="0"/>
            <a:ext cx="5671506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9515" y="457201"/>
            <a:ext cx="4002953" cy="1835911"/>
          </a:xfrm>
        </p:spPr>
        <p:txBody>
          <a:bodyPr anchor="b">
            <a:normAutofit/>
          </a:bodyPr>
          <a:lstStyle/>
          <a:p>
            <a:r>
              <a:rPr lang="kk-KZ" sz="4700">
                <a:solidFill>
                  <a:srgbClr val="FFFFFF"/>
                </a:solidFill>
              </a:rPr>
              <a:t>Архитектур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9514" y="2560829"/>
            <a:ext cx="3771900" cy="18288"/>
          </a:xfrm>
          <a:custGeom>
            <a:avLst/>
            <a:gdLst>
              <a:gd name="connsiteX0" fmla="*/ 0 w 3771900"/>
              <a:gd name="connsiteY0" fmla="*/ 0 h 18288"/>
              <a:gd name="connsiteX1" fmla="*/ 704088 w 3771900"/>
              <a:gd name="connsiteY1" fmla="*/ 0 h 18288"/>
              <a:gd name="connsiteX2" fmla="*/ 1370457 w 3771900"/>
              <a:gd name="connsiteY2" fmla="*/ 0 h 18288"/>
              <a:gd name="connsiteX3" fmla="*/ 2036826 w 3771900"/>
              <a:gd name="connsiteY3" fmla="*/ 0 h 18288"/>
              <a:gd name="connsiteX4" fmla="*/ 2552319 w 3771900"/>
              <a:gd name="connsiteY4" fmla="*/ 0 h 18288"/>
              <a:gd name="connsiteX5" fmla="*/ 3105531 w 3771900"/>
              <a:gd name="connsiteY5" fmla="*/ 0 h 18288"/>
              <a:gd name="connsiteX6" fmla="*/ 3771900 w 3771900"/>
              <a:gd name="connsiteY6" fmla="*/ 0 h 18288"/>
              <a:gd name="connsiteX7" fmla="*/ 3771900 w 3771900"/>
              <a:gd name="connsiteY7" fmla="*/ 18288 h 18288"/>
              <a:gd name="connsiteX8" fmla="*/ 3143250 w 3771900"/>
              <a:gd name="connsiteY8" fmla="*/ 18288 h 18288"/>
              <a:gd name="connsiteX9" fmla="*/ 2627757 w 3771900"/>
              <a:gd name="connsiteY9" fmla="*/ 18288 h 18288"/>
              <a:gd name="connsiteX10" fmla="*/ 2112264 w 3771900"/>
              <a:gd name="connsiteY10" fmla="*/ 18288 h 18288"/>
              <a:gd name="connsiteX11" fmla="*/ 1445895 w 3771900"/>
              <a:gd name="connsiteY11" fmla="*/ 18288 h 18288"/>
              <a:gd name="connsiteX12" fmla="*/ 892683 w 3771900"/>
              <a:gd name="connsiteY12" fmla="*/ 18288 h 18288"/>
              <a:gd name="connsiteX13" fmla="*/ 0 w 3771900"/>
              <a:gd name="connsiteY13" fmla="*/ 18288 h 18288"/>
              <a:gd name="connsiteX14" fmla="*/ 0 w 37719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71900" h="18288" fill="none" extrusionOk="0">
                <a:moveTo>
                  <a:pt x="0" y="0"/>
                </a:moveTo>
                <a:cubicBezTo>
                  <a:pt x="285982" y="-16509"/>
                  <a:pt x="373591" y="28957"/>
                  <a:pt x="704088" y="0"/>
                </a:cubicBezTo>
                <a:cubicBezTo>
                  <a:pt x="1034585" y="-28957"/>
                  <a:pt x="1127575" y="15529"/>
                  <a:pt x="1370457" y="0"/>
                </a:cubicBezTo>
                <a:cubicBezTo>
                  <a:pt x="1613339" y="-15529"/>
                  <a:pt x="1901330" y="-18417"/>
                  <a:pt x="2036826" y="0"/>
                </a:cubicBezTo>
                <a:cubicBezTo>
                  <a:pt x="2172322" y="18417"/>
                  <a:pt x="2391554" y="24426"/>
                  <a:pt x="2552319" y="0"/>
                </a:cubicBezTo>
                <a:cubicBezTo>
                  <a:pt x="2713084" y="-24426"/>
                  <a:pt x="2832344" y="19126"/>
                  <a:pt x="3105531" y="0"/>
                </a:cubicBezTo>
                <a:cubicBezTo>
                  <a:pt x="3378718" y="-19126"/>
                  <a:pt x="3624591" y="4962"/>
                  <a:pt x="3771900" y="0"/>
                </a:cubicBezTo>
                <a:cubicBezTo>
                  <a:pt x="3771400" y="8855"/>
                  <a:pt x="3772009" y="14521"/>
                  <a:pt x="3771900" y="18288"/>
                </a:cubicBezTo>
                <a:cubicBezTo>
                  <a:pt x="3458898" y="17742"/>
                  <a:pt x="3421743" y="-6827"/>
                  <a:pt x="3143250" y="18288"/>
                </a:cubicBezTo>
                <a:cubicBezTo>
                  <a:pt x="2864757" y="43403"/>
                  <a:pt x="2852800" y="27764"/>
                  <a:pt x="2627757" y="18288"/>
                </a:cubicBezTo>
                <a:cubicBezTo>
                  <a:pt x="2402714" y="8812"/>
                  <a:pt x="2240384" y="-3809"/>
                  <a:pt x="2112264" y="18288"/>
                </a:cubicBezTo>
                <a:cubicBezTo>
                  <a:pt x="1984144" y="40385"/>
                  <a:pt x="1648028" y="25259"/>
                  <a:pt x="1445895" y="18288"/>
                </a:cubicBezTo>
                <a:cubicBezTo>
                  <a:pt x="1243762" y="11317"/>
                  <a:pt x="1123026" y="22466"/>
                  <a:pt x="892683" y="18288"/>
                </a:cubicBezTo>
                <a:cubicBezTo>
                  <a:pt x="662340" y="14110"/>
                  <a:pt x="180978" y="-26198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3771900" h="18288" stroke="0" extrusionOk="0">
                <a:moveTo>
                  <a:pt x="0" y="0"/>
                </a:moveTo>
                <a:cubicBezTo>
                  <a:pt x="168080" y="-24280"/>
                  <a:pt x="426899" y="-27643"/>
                  <a:pt x="590931" y="0"/>
                </a:cubicBezTo>
                <a:cubicBezTo>
                  <a:pt x="754963" y="27643"/>
                  <a:pt x="943937" y="-964"/>
                  <a:pt x="1106424" y="0"/>
                </a:cubicBezTo>
                <a:cubicBezTo>
                  <a:pt x="1268911" y="964"/>
                  <a:pt x="1620128" y="24107"/>
                  <a:pt x="1810512" y="0"/>
                </a:cubicBezTo>
                <a:cubicBezTo>
                  <a:pt x="2000896" y="-24107"/>
                  <a:pt x="2173109" y="23508"/>
                  <a:pt x="2401443" y="0"/>
                </a:cubicBezTo>
                <a:cubicBezTo>
                  <a:pt x="2629777" y="-23508"/>
                  <a:pt x="2762620" y="-19902"/>
                  <a:pt x="2992374" y="0"/>
                </a:cubicBezTo>
                <a:cubicBezTo>
                  <a:pt x="3222128" y="19902"/>
                  <a:pt x="3483193" y="6322"/>
                  <a:pt x="3771900" y="0"/>
                </a:cubicBezTo>
                <a:cubicBezTo>
                  <a:pt x="3771002" y="7180"/>
                  <a:pt x="3772069" y="13790"/>
                  <a:pt x="3771900" y="18288"/>
                </a:cubicBezTo>
                <a:cubicBezTo>
                  <a:pt x="3466427" y="17166"/>
                  <a:pt x="3360902" y="-2444"/>
                  <a:pt x="3143250" y="18288"/>
                </a:cubicBezTo>
                <a:cubicBezTo>
                  <a:pt x="2925598" y="39020"/>
                  <a:pt x="2852709" y="34774"/>
                  <a:pt x="2627757" y="18288"/>
                </a:cubicBezTo>
                <a:cubicBezTo>
                  <a:pt x="2402805" y="1802"/>
                  <a:pt x="2156087" y="-12568"/>
                  <a:pt x="1999107" y="18288"/>
                </a:cubicBezTo>
                <a:cubicBezTo>
                  <a:pt x="1842127" y="49144"/>
                  <a:pt x="1528676" y="3672"/>
                  <a:pt x="1370457" y="18288"/>
                </a:cubicBezTo>
                <a:cubicBezTo>
                  <a:pt x="1212238" y="32905"/>
                  <a:pt x="1007440" y="24475"/>
                  <a:pt x="779526" y="18288"/>
                </a:cubicBezTo>
                <a:cubicBezTo>
                  <a:pt x="551612" y="12101"/>
                  <a:pt x="175765" y="8638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9515" y="2798064"/>
            <a:ext cx="4095821" cy="3417611"/>
          </a:xfrm>
        </p:spPr>
        <p:txBody>
          <a:bodyPr anchor="t">
            <a:normAutofit/>
          </a:bodyPr>
          <a:lstStyle/>
          <a:p>
            <a:r>
              <a:rPr lang="en-US" sz="1900">
                <a:solidFill>
                  <a:srgbClr val="FFFFFF"/>
                </a:solidFill>
              </a:rPr>
              <a:t>Django 5.2.8</a:t>
            </a:r>
          </a:p>
          <a:p>
            <a:r>
              <a:rPr lang="en-US" sz="1900">
                <a:solidFill>
                  <a:srgbClr val="FFFFFF"/>
                </a:solidFill>
              </a:rPr>
              <a:t>config/aikido_app/</a:t>
            </a:r>
          </a:p>
          <a:p>
            <a:r>
              <a:rPr lang="en-US" sz="1900">
                <a:solidFill>
                  <a:srgbClr val="FFFFFF"/>
                </a:solidFill>
              </a:rPr>
              <a:t>SQLite3</a:t>
            </a:r>
          </a:p>
          <a:p>
            <a:r>
              <a:rPr lang="en-US" sz="1900">
                <a:solidFill>
                  <a:srgbClr val="FFFFFF"/>
                </a:solidFill>
              </a:rPr>
              <a:t>Excel Import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kk-KZ" sz="3500">
                <a:solidFill>
                  <a:srgbClr val="FFFFFF"/>
                </a:solidFill>
              </a:rPr>
              <a:t>Өгөгдлийн сангийн загвар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0765EB-C745-6DEB-DF14-8CEEB23E50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043336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kk-KZ" sz="3500">
                <a:solidFill>
                  <a:srgbClr val="FFFFFF"/>
                </a:solidFill>
              </a:rPr>
              <a:t>Санхүүгийн урсгал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3438B7-D741-DC89-4669-4CB264E816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19036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DCC8C4-8D0F-16A8-4311-BDB25DA9561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5217" r="1478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Гол технологиуд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9018A4-B771-0987-2EA9-6CB8B32146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8347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kk-KZ" sz="3100"/>
              <a:t>Дүгнэлт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9FDFC33-E994-1301-9796-5BB7C0D847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45" b="22502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0C22E5-92A7-1083-0F50-527E95D703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2264683"/>
              </p:ext>
            </p:extLst>
          </p:nvPr>
        </p:nvGraphicFramePr>
        <p:xfrm>
          <a:off x="3167986" y="3752850"/>
          <a:ext cx="5614060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165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Төслийн тойм</vt:lpstr>
      <vt:lpstr>Бизнесийн шаардлага</vt:lpstr>
      <vt:lpstr>Хэрэглэгчид</vt:lpstr>
      <vt:lpstr>Системийн үндсэн функцууд</vt:lpstr>
      <vt:lpstr>Архитектур</vt:lpstr>
      <vt:lpstr>Өгөгдлийн сангийн загвар</vt:lpstr>
      <vt:lpstr>Санхүүгийн урсгал</vt:lpstr>
      <vt:lpstr>Гол технологиуд</vt:lpstr>
      <vt:lpstr>Дүгнэлт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Bayarjargal Otgonbayar</cp:lastModifiedBy>
  <cp:revision>2</cp:revision>
  <dcterms:created xsi:type="dcterms:W3CDTF">2013-01-27T09:14:16Z</dcterms:created>
  <dcterms:modified xsi:type="dcterms:W3CDTF">2025-12-10T02:42:33Z</dcterms:modified>
  <cp:category/>
</cp:coreProperties>
</file>